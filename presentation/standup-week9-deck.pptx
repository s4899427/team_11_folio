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17"/>
    <p:sldId id="260" r:id="rId6"/>
    <p:sldId id="261" r:id="rId7"/>
    <p:sldId id="262" r:id="rId8"/>
    <p:sldId id="265" r:id="rId16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Relationship Id="rId17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4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FOLIO</a:t>
            </a:r>
            <a:pPr algn="ctr" indent="0" marL="0">
              <a:buNone/>
            </a:pPr>
            <a:r>
              <a:rPr lang="en-US" sz="5400" b="1" dirty="0">
                <a:solidFill>
                  <a:srgbClr val="C2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/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175504" y="3703320"/>
            <a:ext cx="1828800" cy="0"/>
          </a:xfrm>
          <a:prstGeom prst="line">
            <a:avLst/>
          </a:prstGeom>
          <a:noFill/>
          <a:ln w="19050">
            <a:solidFill>
              <a:srgbClr val="C25A3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1645920" y="3886200"/>
            <a:ext cx="8897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daily newspaper for culture — one curated edition a day, no algorithm, archived forever after."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STAND-UP · TEAM 11 · DECO3500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decisive pivot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scramble — a single evidence-driven move, backed by 13 interviews and course feedback.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368800"/>
            <a:ext cx="5029200" cy="2934720"/>
          </a:xfrm>
          <a:prstGeom prst="roundRect">
            <a:avLst>
              <a:gd name="adj" fmla="val 2105"/>
            </a:avLst>
          </a:prstGeom>
          <a:solidFill>
            <a:srgbClr val="1E1B18"/>
          </a:solidFill>
          <a:ln w="6350">
            <a:solidFill>
              <a:srgbClr val="9C918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59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MOTIF → CULTIVA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0888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wiki for world culture — music, fashion, art, food. Wide in scope, undefined in what made it different from Wikipedia, Spotify, or Instagram doing the same things separately.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2368800"/>
            <a:ext cx="5303520" cy="2934720"/>
          </a:xfrm>
          <a:prstGeom prst="roundRect">
            <a:avLst>
              <a:gd name="adj" fmla="val 2105"/>
            </a:avLst>
          </a:prstGeom>
          <a:solidFill>
            <a:srgbClr val="C25A3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629400" y="259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A09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FOLIO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300888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9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curated daily Thread — any domain, any combination. No algorithm. Locks permanently at midnight into a dated archive. Human-curated, evidence-backed, structurally impossible to doomscroll.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— THE PIVOT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· TEAM 11 · WEEK 9 STAND-UP</a:t>
            </a:r>
            <a:endParaRPr lang="en-US" sz="900" dirty="0"/>
          </a:p>
        </p:txBody>
      </p:sp>
      <p:sp>
        <p:nvSpPr>
          <p:cNvPr id="12" name="TextBox 11"/>
          <p:cNvSpPr txBox="1"/>
          <p:nvPr/>
        </p:nvSpPr>
        <p:spPr>
          <a:xfrm>
            <a:off x="548640" y="1470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9C9184"/>
                </a:solidFill>
                <a:latin typeface="Calibri"/>
              </a:rPr>
              <a:t>MOTIF</a:t>
            </a:r>
            <a:r>
              <a:rPr b="0" sz="1100" i="0">
                <a:solidFill>
                  <a:srgbClr val="9C9184"/>
                </a:solidFill>
                <a:latin typeface="Calibri"/>
              </a:rPr>
              <a:t>  (Assignment 2 proposal)   →   </a:t>
            </a:r>
            <a:r>
              <a:rPr b="1" sz="1300" i="1">
                <a:solidFill>
                  <a:srgbClr val="9C9184"/>
                </a:solidFill>
                <a:latin typeface="Calibri"/>
              </a:rPr>
              <a:t>Cultiva</a:t>
            </a:r>
            <a:r>
              <a:rPr b="0" sz="1100" i="0">
                <a:solidFill>
                  <a:srgbClr val="9C9184"/>
                </a:solidFill>
                <a:latin typeface="Calibri"/>
              </a:rPr>
              <a:t>  (prototype working name)   →   </a:t>
            </a:r>
            <a:r>
              <a:rPr b="1" sz="1500" i="0">
                <a:solidFill>
                  <a:srgbClr val="D4A24E"/>
                </a:solidFill>
                <a:latin typeface="Calibri"/>
              </a:rPr>
              <a:t>FOLIO</a:t>
            </a:r>
            <a:r>
              <a:rPr b="0" sz="1100" i="1">
                <a:solidFill>
                  <a:srgbClr val="9C9184"/>
                </a:solidFill>
                <a:latin typeface="Calibri"/>
              </a:rPr>
              <a:t>  — decided, final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000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1">
                <a:solidFill>
                  <a:srgbClr val="9C9184"/>
                </a:solidFill>
                <a:latin typeface="Calibri"/>
              </a:rPr>
              <a:t>Three names, one project getting sharper each time — Cultiva was our build-phase working title; Folio is what we're shipping and presenting from here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domain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141210"/>
          </a:solidFill>
          <a:ln w="9525">
            <a:solidFill>
              <a:srgbClr val="D9A44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and mobile computing for shared everyday expression.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2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HOLDS UP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— people react to and coordinate around a shared moment together, not alone.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— tied to where you are and what's happening right now, not what you'd find at a desktop.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evidence, not assumption — every core decision traces to a real interview or direct course feedback.</a:t>
            </a:r>
            <a:endParaRPr lang="en-US" sz="1400" dirty="0"/>
          </a:p>
          <a:p>
            <a:pPr>
              <a:spcBef>
                <a:spcPts val="1000"/>
              </a:spcBef>
            </a:pPr>
            <a:r>
              <a:rPr b="0" sz="1300">
                <a:solidFill>
                  <a:srgbClr val="F4EEE4"/>
                </a:solidFill>
                <a:latin typeface="Calibri"/>
              </a:rPr>
              <a:t>Why culture, specifically — culture is where social coordination and mobile, in-the-moment context are most visible and highest-stakes: people already discover, perform and coordinate identity together, live, around real places. That makes it the sharpest possible test case for the SMC concepts we have to demonstrate.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— DOMAIN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· TEAM 11 · WEEK 9 STAND-UP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findings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interviews — 6 Round 1 (concept), 7 Round 2 (behaviour) — including cross-checked findings from three separate interviewers.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C25A32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A09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FINDING — 5 OF 5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A09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Round 2 participant asked, independently, drew the same line: genuine "inspiration" leaves you with something; "killing time" is automatic and unremembered. Repeated across two rounds, two interviewers, zero prompting.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41210"/>
          </a:solidFill>
          <a:ln w="9525">
            <a:solidFill>
              <a:srgbClr val="B0245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4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fatigue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343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participants named the exact same trap — "you forget why you came" — unprompted, across both rounds.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36576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41210"/>
          </a:solidFill>
          <a:ln w="9525">
            <a:solidFill>
              <a:srgbClr val="C25A3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48056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Curator credibility = retention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4343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positive concept reaction was conditioned on trusting the curator. This is now our #1 open risk.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36576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41210"/>
          </a:solidFill>
          <a:ln w="9525">
            <a:solidFill>
              <a:srgbClr val="D9A44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18388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precedent for coordination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343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already coordinate outfits/music for real occasions — we're formalising existing behaviour, not inventing it.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— RESEARCH FINDINGS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· TEAM 11 · WEEK 9 STAND-UP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4EEE4"/>
                </a:solidFill>
                <a:latin typeface="Georgia"/>
              </a:rPr>
              <a:t>From insight to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1">
                <a:solidFill>
                  <a:srgbClr val="9C9184"/>
                </a:solidFill>
                <a:latin typeface="Calibri"/>
              </a:rPr>
              <a:t>Every core decision traces back to a specific piece of evidence — nothing here was assumed.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50000"/>
            <a:ext cx="4436668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D4A24E"/>
                </a:solidFill>
                <a:latin typeface="Calibri"/>
              </a:rPr>
              <a:t>EVIDENCE (WHAT WE HEARD)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85308" y="1650000"/>
            <a:ext cx="2994751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D4A24E"/>
                </a:solidFill>
                <a:latin typeface="Calibri"/>
              </a:rPr>
              <a:t>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0059" y="1650000"/>
            <a:ext cx="3660251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D4A24E"/>
                </a:solidFill>
                <a:latin typeface="Calibri"/>
              </a:rPr>
              <a:t>DESIGN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30000"/>
            <a:ext cx="11091672" cy="930000"/>
          </a:xfrm>
          <a:prstGeom prst="rect">
            <a:avLst/>
          </a:prstGeom>
          <a:solidFill>
            <a:srgbClr val="141210"/>
          </a:solidFill>
          <a:ln w="9525">
            <a:solidFill>
              <a:srgbClr val="252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640" y="2090000"/>
            <a:ext cx="4256668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9C9184"/>
                </a:solidFill>
                <a:latin typeface="Calibri"/>
              </a:rPr>
              <a:t>Every Round 2 participant drew the same line: inspiration leaves you with something, killing time is automatic and unremembered.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5308" y="2090000"/>
            <a:ext cx="2814751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0">
                <a:solidFill>
                  <a:srgbClr val="F4EEE4"/>
                </a:solidFill>
                <a:latin typeface="Calibri"/>
              </a:rPr>
              <a:t>Discovery must feel deliberate, not another feed to scroll.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0059" y="2090000"/>
            <a:ext cx="3480251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0">
                <a:solidFill>
                  <a:srgbClr val="F4EEE4"/>
                </a:solidFill>
                <a:latin typeface="Calibri"/>
              </a:rPr>
              <a:t>One curated Thread a day. No infinite scroll, no algorithmic feed.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0000"/>
            <a:ext cx="11091672" cy="930000"/>
          </a:xfrm>
          <a:prstGeom prst="rect">
            <a:avLst/>
          </a:prstGeom>
          <a:solidFill>
            <a:srgbClr val="141210"/>
          </a:solidFill>
          <a:ln w="9525">
            <a:solidFill>
              <a:srgbClr val="252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640" y="3080000"/>
            <a:ext cx="4256668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9C9184"/>
                </a:solidFill>
                <a:latin typeface="Calibri"/>
              </a:rPr>
              <a:t>3+ participants named the same trap — "you forget why you came" — unprompted, across both rounds.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5308" y="3080000"/>
            <a:ext cx="2814751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0">
                <a:solidFill>
                  <a:srgbClr val="F4EEE4"/>
                </a:solidFill>
                <a:latin typeface="Calibri"/>
              </a:rPr>
              <a:t>The product must be structurally impossible to doomscroll.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0059" y="3080000"/>
            <a:ext cx="3480251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0">
                <a:solidFill>
                  <a:srgbClr val="F4EEE4"/>
                </a:solidFill>
                <a:latin typeface="Calibri"/>
              </a:rPr>
              <a:t>Hard midnight lock. Today's Thread archives permanently; nothing to keep chasing.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10000"/>
            <a:ext cx="11091672" cy="930000"/>
          </a:xfrm>
          <a:prstGeom prst="rect">
            <a:avLst/>
          </a:prstGeom>
          <a:solidFill>
            <a:srgbClr val="141210"/>
          </a:solidFill>
          <a:ln w="9525">
            <a:solidFill>
              <a:srgbClr val="252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640" y="4070000"/>
            <a:ext cx="4256668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9C9184"/>
                </a:solidFill>
                <a:latin typeface="Calibri"/>
              </a:rPr>
              <a:t>Every positive concept reaction was conditioned on trusting the curator.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5308" y="4070000"/>
            <a:ext cx="2814751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0">
                <a:solidFill>
                  <a:srgbClr val="F4EEE4"/>
                </a:solidFill>
                <a:latin typeface="Calibri"/>
              </a:rPr>
              <a:t>Curator credibility has to be earned and visible, not assumed.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0059" y="4070000"/>
            <a:ext cx="3480251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0">
                <a:solidFill>
                  <a:srgbClr val="F4EEE4"/>
                </a:solidFill>
                <a:latin typeface="Calibri"/>
              </a:rPr>
              <a:t>Open curator application, visible rotation queue, editorial (not popularity-based) selection.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00000"/>
            <a:ext cx="11091672" cy="930000"/>
          </a:xfrm>
          <a:prstGeom prst="rect">
            <a:avLst/>
          </a:prstGeom>
          <a:solidFill>
            <a:srgbClr val="141210"/>
          </a:solidFill>
          <a:ln w="9525">
            <a:solidFill>
              <a:srgbClr val="252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640" y="5060000"/>
            <a:ext cx="4256668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9C9184"/>
                </a:solidFill>
                <a:latin typeface="Calibri"/>
              </a:rPr>
              <a:t>Friends already coordinate outfits/music for real occasions, unprompted.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5308" y="5060000"/>
            <a:ext cx="2814751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0">
                <a:solidFill>
                  <a:srgbClr val="F4EEE4"/>
                </a:solidFill>
                <a:latin typeface="Calibri"/>
              </a:rPr>
              <a:t>Support coordination that already happens — don't invent new behaviour.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0059" y="5060000"/>
            <a:ext cx="3480251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0">
                <a:solidFill>
                  <a:srgbClr val="F4EEE4"/>
                </a:solidFill>
                <a:latin typeface="Calibri"/>
              </a:rPr>
              <a:t>"Friends &amp; More": ambient view of group vibe, no following or messaging required.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C9184"/>
                </a:solidFill>
                <a:latin typeface="Calibri"/>
              </a:rPr>
              <a:t>SLIDE 5 — FROM INSIGHT TO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739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9C9184"/>
                </a:solidFill>
                <a:latin typeface="Calibri"/>
              </a:rPr>
              <a:t>FOLIO · TEAM 11 · WEEK 9 STAND-UP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building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tabs. A universal post action. Nothing else.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41210"/>
          </a:solidFill>
          <a:ln w="12700">
            <a:solidFill>
              <a:srgbClr val="D9A44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curated Thread — any domain, any number of elements. Curator, credibility note, live presence, lock countdown. "Plan tonight": group vibe, loose itinerary, link out to Spotify.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41210"/>
          </a:solidFill>
          <a:ln w="12700">
            <a:solidFill>
              <a:srgbClr val="C25A3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48056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5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4688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(locked, read-only), Posts (general reflection), Saved (private bookmarks). Category browsing retired entirely.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41210"/>
          </a:solidFill>
          <a:ln w="12700">
            <a:solidFill>
              <a:srgbClr val="B0245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4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4688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Diary-style profile, your circles (viewable community peers), drafts, status progression (not verified → verified → curator) via Settings.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— REQUIREMENTS &amp; STRUCTURE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· TEAM 11 · WEEK 9 STAND-UP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Communities &amp; curators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answer "who decides what's featured" — without an algorithm.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COMMUNITIES  →  GROUPED INTO 5 AT ONBOARDING  →  YOU PICK 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 w="19050">
            <a:solidFill>
              <a:srgbClr val="7C1F3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32304" y="205740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 w="19050">
            <a:solidFill>
              <a:srgbClr val="C25A3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432304" y="20574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15968" y="205740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 w="19050">
            <a:solidFill>
              <a:srgbClr val="D4A24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315968" y="20574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99632" y="205740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 w="19050">
            <a:solidFill>
              <a:srgbClr val="2F544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199632" y="20574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083296" y="205740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 w="19050">
            <a:solidFill>
              <a:srgbClr val="8B5A3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083296" y="20574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966960" y="205740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 w="19050">
            <a:solidFill>
              <a:srgbClr val="C25A3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966960" y="20574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65176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 w="19050">
            <a:solidFill>
              <a:srgbClr val="2F544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48640" y="265176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Poetry/Literature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32304" y="265176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 w="19050">
            <a:solidFill>
              <a:srgbClr val="C25A3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2432304" y="265176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15968" y="265176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 w="19050">
            <a:solidFill>
              <a:srgbClr val="7C1F3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4315968" y="265176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99632" y="265176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 w="19050">
            <a:solidFill>
              <a:srgbClr val="D4A24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199632" y="265176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Craft/Textile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083296" y="265176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 w="19050">
            <a:solidFill>
              <a:srgbClr val="8B5A3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8083296" y="265176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Ritual/Spirituality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966960" y="265176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141210"/>
          </a:solidFill>
          <a:ln w="19050">
            <a:solidFill>
              <a:srgbClr val="D4A24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9966960" y="265176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Tattoo/Body Art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90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2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MODEL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274760"/>
            <a:ext cx="10972800" cy="163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application — any verified user may apply, gated by community membership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basis (priority order): calendar significance → local relevance → curator's community → emerging post activity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personally selects the top 20 featured posts — human editorial judgement, not popularity or engagement ranking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— COMMUNITIES &amp; CURATOR MODEL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· TEAM 11 · WEEK 9 STAND-UP</a:t>
            </a:r>
            <a:endParaRPr lang="en-US" sz="900" dirty="0"/>
          </a:p>
        </p:txBody>
      </p:sp>
      <p:sp>
        <p:nvSpPr>
          <p:cNvPr id="33" name="Rounded Rectangle 32"/>
          <p:cNvSpPr/>
          <p:nvPr/>
        </p:nvSpPr>
        <p:spPr>
          <a:xfrm>
            <a:off x="548640" y="3160000"/>
            <a:ext cx="2146334" cy="320040"/>
          </a:xfrm>
          <a:prstGeom prst="roundRect">
            <a:avLst/>
          </a:prstGeom>
          <a:solidFill>
            <a:srgbClr val="141210"/>
          </a:solidFill>
          <a:ln w="15875">
            <a:solidFill>
              <a:srgbClr val="7C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/>
            <a:r>
              <a:rPr b="1" sz="900">
                <a:solidFill>
                  <a:srgbClr val="F4EEE4"/>
                </a:solidFill>
                <a:latin typeface="Calibri"/>
              </a:rPr>
              <a:t>Music &amp; Sound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84974" y="3160000"/>
            <a:ext cx="2146334" cy="320040"/>
          </a:xfrm>
          <a:prstGeom prst="roundRect">
            <a:avLst/>
          </a:prstGeom>
          <a:solidFill>
            <a:srgbClr val="141210"/>
          </a:solidFill>
          <a:ln w="15875">
            <a:solidFill>
              <a:srgbClr val="C25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/>
            <a:r>
              <a:rPr b="1" sz="900">
                <a:solidFill>
                  <a:srgbClr val="F4EEE4"/>
                </a:solidFill>
                <a:latin typeface="Calibri"/>
              </a:rPr>
              <a:t>Visual Arts &amp; Design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1308" y="3160000"/>
            <a:ext cx="2146334" cy="320040"/>
          </a:xfrm>
          <a:prstGeom prst="roundRect">
            <a:avLst/>
          </a:prstGeom>
          <a:solidFill>
            <a:srgbClr val="141210"/>
          </a:solidFill>
          <a:ln w="15875">
            <a:solidFill>
              <a:srgbClr val="D4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/>
            <a:r>
              <a:rPr b="1" sz="900">
                <a:solidFill>
                  <a:srgbClr val="F4EEE4"/>
                </a:solidFill>
                <a:latin typeface="Calibri"/>
              </a:rPr>
              <a:t>Fashion &amp; Craft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57642" y="3160000"/>
            <a:ext cx="2146334" cy="320040"/>
          </a:xfrm>
          <a:prstGeom prst="roundRect">
            <a:avLst/>
          </a:prstGeom>
          <a:solidFill>
            <a:srgbClr val="141210"/>
          </a:solidFill>
          <a:ln w="15875">
            <a:solidFill>
              <a:srgbClr val="2F5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/>
            <a:r>
              <a:rPr b="1" sz="900">
                <a:solidFill>
                  <a:srgbClr val="F4EEE4"/>
                </a:solidFill>
                <a:latin typeface="Calibri"/>
              </a:rPr>
              <a:t>Film &amp; Literature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93976" y="3160000"/>
            <a:ext cx="2146334" cy="320040"/>
          </a:xfrm>
          <a:prstGeom prst="roundRect">
            <a:avLst/>
          </a:prstGeom>
          <a:solidFill>
            <a:srgbClr val="141210"/>
          </a:solidFill>
          <a:ln w="15875">
            <a:solidFill>
              <a:srgbClr val="8B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/>
            <a:r>
              <a:rPr b="1" sz="900">
                <a:solidFill>
                  <a:srgbClr val="F4EEE4"/>
                </a:solidFill>
                <a:latin typeface="Calibri"/>
              </a:rPr>
              <a:t>Food &amp; Ritual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500000"/>
            <a:ext cx="11091672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1">
                <a:solidFill>
                  <a:srgbClr val="9C9184"/>
                </a:solidFill>
                <a:latin typeface="Calibri"/>
              </a:rPr>
              <a:t>Every reader picks 1 of these 5 groups at onboarding — it shapes their default view, not a hard wall; the 12 underlying communities still tag every post.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prototype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clickable — not mockups. [Live demo / screen recording here]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41210"/>
          </a:solidFill>
          <a:ln w="9525">
            <a:solidFill>
              <a:srgbClr val="D9A44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relevance/safety check on every post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82880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41210"/>
          </a:solidFill>
          <a:ln w="9525">
            <a:solidFill>
              <a:srgbClr val="D9A44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309360" y="18288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countdown to midnight lock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41210"/>
          </a:solidFill>
          <a:ln w="9525">
            <a:solidFill>
              <a:srgbClr val="C25A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 attachment on posts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324612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41210"/>
          </a:solidFill>
          <a:ln w="9525">
            <a:solidFill>
              <a:srgbClr val="C25A3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309360" y="3246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Live-fluctuating presence indicator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41210"/>
          </a:solidFill>
          <a:ln w="9525">
            <a:solidFill>
              <a:srgbClr val="B0245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77240" y="4663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vs. Save vs. Post flow, fully working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46634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41210"/>
          </a:solidFill>
          <a:ln w="9525">
            <a:solidFill>
              <a:srgbClr val="B0245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309360" y="4663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Settings-gated status progression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— PROTOTYPE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· TEAM 11 · WEEK 9 STAND-UP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4EEE4"/>
                </a:solidFill>
                <a:latin typeface="Georgia"/>
              </a:rPr>
              <a:t>The real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1">
                <a:solidFill>
                  <a:srgbClr val="9C9184"/>
                </a:solidFill>
                <a:latin typeface="Calibri"/>
              </a:rPr>
              <a:t>Not mockups — every one of these is the actual build, running live.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640" y="1532000"/>
            <a:ext cx="2643918" cy="3295897"/>
          </a:xfrm>
          <a:prstGeom prst="roundRect">
            <a:avLst/>
          </a:prstGeom>
          <a:solidFill>
            <a:srgbClr val="1E1B18"/>
          </a:solidFill>
          <a:ln w="12700">
            <a:solidFill>
              <a:srgbClr val="9C9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oday_s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0000"/>
            <a:ext cx="2607918" cy="32598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8640" y="4849897"/>
            <a:ext cx="2647918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 i="0">
                <a:solidFill>
                  <a:srgbClr val="9C9184"/>
                </a:solidFill>
                <a:latin typeface="Calibri"/>
              </a:rPr>
              <a:t>Today — the daily Thread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8558" y="1532000"/>
            <a:ext cx="2643918" cy="3295897"/>
          </a:xfrm>
          <a:prstGeom prst="roundRect">
            <a:avLst/>
          </a:prstGeom>
          <a:solidFill>
            <a:srgbClr val="1E1B18"/>
          </a:solidFill>
          <a:ln w="12700">
            <a:solidFill>
              <a:srgbClr val="9C9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ive_s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558" y="1550000"/>
            <a:ext cx="2607918" cy="32598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56558" y="4849897"/>
            <a:ext cx="2647918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 i="0">
                <a:solidFill>
                  <a:srgbClr val="9C9184"/>
                </a:solidFill>
                <a:latin typeface="Calibri"/>
              </a:rPr>
              <a:t>Archive — locked, permanent, read-only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6476" y="1532000"/>
            <a:ext cx="2643918" cy="3295897"/>
          </a:xfrm>
          <a:prstGeom prst="roundRect">
            <a:avLst/>
          </a:prstGeom>
          <a:solidFill>
            <a:srgbClr val="1E1B18"/>
          </a:solidFill>
          <a:ln w="12700">
            <a:solidFill>
              <a:srgbClr val="9C9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_s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476" y="1550000"/>
            <a:ext cx="2607918" cy="32598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84476" y="4849897"/>
            <a:ext cx="2647918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 i="0">
                <a:solidFill>
                  <a:srgbClr val="9C9184"/>
                </a:solidFill>
                <a:latin typeface="Calibri"/>
              </a:rPr>
              <a:t>Me — verification → curator progression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4394" y="1532000"/>
            <a:ext cx="2643918" cy="3295897"/>
          </a:xfrm>
          <a:prstGeom prst="roundRect">
            <a:avLst/>
          </a:prstGeom>
          <a:solidFill>
            <a:srgbClr val="1E1B18"/>
          </a:solidFill>
          <a:ln w="12700">
            <a:solidFill>
              <a:srgbClr val="D4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urator_s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2394" y="1550000"/>
            <a:ext cx="2607918" cy="32598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12394" y="4849897"/>
            <a:ext cx="2647918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00" i="0">
                <a:solidFill>
                  <a:srgbClr val="9C9184"/>
                </a:solidFill>
                <a:latin typeface="Calibri"/>
              </a:rPr>
              <a:t>Curator Studio — rotation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C9184"/>
                </a:solidFill>
                <a:latin typeface="Calibri"/>
              </a:rPr>
              <a:t>SLIDE 9 — REAL SCREENS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739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 i="0">
                <a:solidFill>
                  <a:srgbClr val="9C9184"/>
                </a:solidFill>
                <a:latin typeface="Calibri"/>
              </a:rPr>
              <a:t>FOLIO · TEAM 11 · WEEK 9 STAND-UP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141210"/>
          </a:solidFill>
          <a:ln w="9525">
            <a:solidFill>
              <a:srgbClr val="D9A44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6868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 — IN PROGRESS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validation is strong (13 interviews). What's still needed: real people clicking through this exact build. Sessions run this week — [insert findings once complete].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2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SPECIFICALLY TESTING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someone find and use "Make a post" without help?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Archive Threads / Posts / Saved split make sense on first look?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curator credibility block actually build trust, or does it get skipped over?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— EVALUATION FINDINGS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· TEAM 11 · WEEK 9 STAND-UP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9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risks &amp; what's next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2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GENUINELY OPEN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cold-start — who curates before rotation has real momentum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usability data on this build, not just concept validation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Wiki page — cultural representation, community-authored content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12648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WEEK 12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82880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usability round + fixes from findings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poster + 2-3 min pitch, all members ready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4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fully populated, Wiki pages live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4444"/>
            </a:avLst>
          </a:prstGeom>
          <a:solidFill>
            <a:srgbClr val="C25A3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6868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A09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SPEAKS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09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Dylan — research synthesis &amp; structure. Pranav — audience research &amp; testing. Shaz — technical build &amp; prototype.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— OPEN RISKS &amp; NEXT STEPS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6473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9C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· TEAM 11 · WEEK 9 STAND-UP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2026-09-15T00:18:09Z</dcterms:created>
  <dcterms:modified xsi:type="dcterms:W3CDTF">2026-09-15T00:18:09Z</dcterms:modified>
</cp:coreProperties>
</file>